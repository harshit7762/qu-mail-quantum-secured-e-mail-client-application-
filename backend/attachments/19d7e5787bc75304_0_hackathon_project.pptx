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81" r:id="rId4"/>
    <p:sldId id="290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mishra" userId="b42b32ded276d5d8" providerId="LiveId" clId="{F4F8423F-A5D7-4C37-A36F-31D798F1BAAA}"/>
    <pc:docChg chg="modSld">
      <pc:chgData name="harshit mishra" userId="b42b32ded276d5d8" providerId="LiveId" clId="{F4F8423F-A5D7-4C37-A36F-31D798F1BAAA}" dt="2025-09-25T14:02:48.058" v="0" actId="20577"/>
      <pc:docMkLst>
        <pc:docMk/>
      </pc:docMkLst>
      <pc:sldChg chg="modSp mod">
        <pc:chgData name="harshit mishra" userId="b42b32ded276d5d8" providerId="LiveId" clId="{F4F8423F-A5D7-4C37-A36F-31D798F1BAAA}" dt="2025-09-25T14:02:48.058" v="0" actId="20577"/>
        <pc:sldMkLst>
          <pc:docMk/>
          <pc:sldMk cId="0" sldId="291"/>
        </pc:sldMkLst>
        <pc:spChg chg="mod">
          <ac:chgData name="harshit mishra" userId="b42b32ded276d5d8" providerId="LiveId" clId="{F4F8423F-A5D7-4C37-A36F-31D798F1BAAA}" dt="2025-09-25T14:02:48.058" v="0" actId="20577"/>
          <ac:spMkLst>
            <pc:docMk/>
            <pc:sldMk cId="0" sldId="29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851512"/>
            <a:ext cx="11357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tifakt Element Book" panose="020B0503050000020004" pitchFamily="34" charset="0"/>
              <a:ea typeface="Artifakt Element Book" panose="020B05030500000200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tifakt Element Book" panose="020B0503050000020004" pitchFamily="34" charset="0"/>
                <a:ea typeface="Artifakt Element Book" panose="020B0503050000020004" pitchFamily="34" charset="0"/>
                <a:cs typeface="Arial" panose="020B0604020202020204" pitchFamily="34" charset="0"/>
              </a:rPr>
              <a:t>               3)Soham Gurav</a:t>
            </a:r>
            <a:endParaRPr lang="en-IN" sz="2400" dirty="0">
              <a:latin typeface="Artifakt Element Book" panose="020B0503050000020004" pitchFamily="34" charset="0"/>
              <a:ea typeface="Artifakt Element Book" panose="020B050305000002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D3020-F173-4907-B8C0-59A7816AF4DE}"/>
              </a:ext>
            </a:extLst>
          </p:cNvPr>
          <p:cNvSpPr txBox="1"/>
          <p:nvPr/>
        </p:nvSpPr>
        <p:spPr>
          <a:xfrm>
            <a:off x="331284" y="2170372"/>
            <a:ext cx="11357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:- </a:t>
            </a:r>
            <a:r>
              <a:rPr lang="en-US" sz="2400" dirty="0">
                <a:latin typeface="Artifakt Element Book" panose="020B0503050000020004" pitchFamily="34" charset="0"/>
                <a:ea typeface="Artifakt Element Book" panose="020B0503050000020004" pitchFamily="34" charset="0"/>
                <a:cs typeface="Arial" panose="020B0604020202020204" pitchFamily="34" charset="0"/>
              </a:rPr>
              <a:t>Search and analyze social media posts regionally in chronological order</a:t>
            </a:r>
            <a:endParaRPr lang="en-IN" sz="2400" dirty="0">
              <a:latin typeface="Artifakt Element Book" panose="020B0503050000020004" pitchFamily="34" charset="0"/>
              <a:ea typeface="Artifakt Element Book" panose="020B05030500000200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F2F0EA-7507-506A-34E6-2B5F2EA571F7}"/>
              </a:ext>
            </a:extLst>
          </p:cNvPr>
          <p:cNvSpPr txBox="1"/>
          <p:nvPr/>
        </p:nvSpPr>
        <p:spPr>
          <a:xfrm>
            <a:off x="327242" y="3379992"/>
            <a:ext cx="11357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Artifakt Element Book" panose="020B0503050000020004" pitchFamily="34" charset="0"/>
                <a:cs typeface="Arial" panose="020B0604020202020204" pitchFamily="34" charset="0"/>
              </a:rPr>
              <a:t>Team Name </a:t>
            </a:r>
            <a:r>
              <a:rPr lang="en-US" sz="2400" dirty="0">
                <a:latin typeface="Artifakt Element Book" panose="020B0503050000020004" pitchFamily="34" charset="0"/>
                <a:ea typeface="Artifakt Element Book" panose="020B0503050000020004" pitchFamily="34" charset="0"/>
                <a:cs typeface="Arial" panose="020B0604020202020204" pitchFamily="34" charset="0"/>
              </a:rPr>
              <a:t>:- CYBER AEGIS</a:t>
            </a:r>
            <a:endParaRPr lang="en-IN" sz="2400" dirty="0">
              <a:latin typeface="Artifakt Element Book" panose="020B0503050000020004" pitchFamily="34" charset="0"/>
              <a:ea typeface="Artifakt Element Book" panose="020B05030500000200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PRIVIOUS PROBLEMS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BCEEB-DDA3-7C03-DA15-F031E805F6A2}"/>
              </a:ext>
            </a:extLst>
          </p:cNvPr>
          <p:cNvSpPr txBox="1"/>
          <p:nvPr/>
        </p:nvSpPr>
        <p:spPr>
          <a:xfrm>
            <a:off x="322868" y="1190210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Privious</a:t>
            </a:r>
            <a:r>
              <a:rPr lang="en-US" sz="1600" b="1" dirty="0"/>
              <a:t> fake posts example: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57150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415578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:-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C46C97-C146-8CDE-8EE1-ED378A8C1728}"/>
              </a:ext>
            </a:extLst>
          </p:cNvPr>
          <p:cNvSpPr txBox="1"/>
          <p:nvPr/>
        </p:nvSpPr>
        <p:spPr>
          <a:xfrm>
            <a:off x="1121790" y="15271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87628-5305-2AB0-1C9F-1487B8C7C332}"/>
              </a:ext>
            </a:extLst>
          </p:cNvPr>
          <p:cNvSpPr txBox="1"/>
          <p:nvPr/>
        </p:nvSpPr>
        <p:spPr>
          <a:xfrm>
            <a:off x="0" y="908686"/>
            <a:ext cx="53544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🎯 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Allow police to search social media posts using keywords.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Show results by region and in correct time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 out which users and platforms are making posts go viral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🏗 How the System Works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Front-End (What police see):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screen to type in keywords, select region, and choose time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Results shown as a timeline of posts.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Highlight the most influential users spreading the content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Gathers posts directly from social media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needed, gathers information through safe and legal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Uses a system to handle large amounts of data smoothly.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Analysis (Making sense of data):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Detects viral content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Identifies influencers who spread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Groups posts into events along a timeline.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🌍 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Regional filtering (tags, profile, text, language)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Chronological results (standard time order)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details (followers, account age, verification)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9ABD4-DE61-9EBE-40E5-5E1ED578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3"/>
          <a:stretch>
            <a:fillRect/>
          </a:stretch>
        </p:blipFill>
        <p:spPr>
          <a:xfrm>
            <a:off x="5354425" y="-171379"/>
            <a:ext cx="6227975" cy="6892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6CDB9-7B48-E8E1-A4C0-4556708D514E}"/>
              </a:ext>
            </a:extLst>
          </p:cNvPr>
          <p:cNvSpPr txBox="1"/>
          <p:nvPr/>
        </p:nvSpPr>
        <p:spPr>
          <a:xfrm>
            <a:off x="20426" y="1350850"/>
            <a:ext cx="60944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Data Collection &amp; Ingestion: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Collect posts through official social media APIs (Twitter/X API, Facebook Graph API, Instagram APIs).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web scraping tools (</a:t>
            </a:r>
            <a:r>
              <a:rPr lang="en-IN" sz="1400" dirty="0" err="1"/>
              <a:t>BeautifulSoup</a:t>
            </a:r>
            <a:r>
              <a:rPr lang="en-IN" sz="1400" dirty="0"/>
              <a:t>, Scrapy) where APIs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Real-time ingestion using </a:t>
            </a:r>
            <a:r>
              <a:rPr lang="en-IN" sz="1400" b="1" dirty="0"/>
              <a:t>Kafka</a:t>
            </a:r>
            <a:r>
              <a:rPr lang="en-IN" sz="1400" dirty="0"/>
              <a:t> or </a:t>
            </a:r>
            <a:r>
              <a:rPr lang="en-IN" sz="1400" b="1" dirty="0"/>
              <a:t>RabbitMQ</a:t>
            </a:r>
            <a:r>
              <a:rPr lang="en-IN" sz="1400" dirty="0"/>
              <a:t> for streaming.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Normalize collected data into a common schema (user info, post text, timestamp, engagement)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CF8AD-C261-D8FD-0054-8B12E6D44B7E}"/>
              </a:ext>
            </a:extLst>
          </p:cNvPr>
          <p:cNvSpPr txBox="1"/>
          <p:nvPr/>
        </p:nvSpPr>
        <p:spPr>
          <a:xfrm>
            <a:off x="-26708" y="3072223"/>
            <a:ext cx="61038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Data Storage &amp; Processing: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Store raw posts, metadata, and user details in </a:t>
            </a:r>
            <a:r>
              <a:rPr lang="en-IN" sz="1400" b="1" dirty="0"/>
              <a:t>MongoDB</a:t>
            </a:r>
            <a:r>
              <a:rPr lang="en-IN" sz="1400" dirty="0"/>
              <a:t> (NoSQL) or </a:t>
            </a:r>
            <a:r>
              <a:rPr lang="en-IN" sz="1400" b="1" dirty="0"/>
              <a:t>PostgreSQL</a:t>
            </a:r>
            <a:r>
              <a:rPr lang="en-IN" sz="1400" dirty="0"/>
              <a:t> (SQL).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</a:t>
            </a:r>
            <a:r>
              <a:rPr lang="en-IN" sz="1400" b="1" dirty="0"/>
              <a:t>Elasticsearch/OpenSearch</a:t>
            </a:r>
            <a:r>
              <a:rPr lang="en-IN" sz="1400" dirty="0"/>
              <a:t> for indexing and fast keyword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Implement data pipelines with </a:t>
            </a:r>
            <a:r>
              <a:rPr lang="en-IN" sz="1400" b="1" dirty="0"/>
              <a:t>Apache Spark / Flink</a:t>
            </a:r>
            <a:r>
              <a:rPr lang="en-IN" sz="1400" dirty="0"/>
              <a:t> for large-scale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a search index for quick retrieval of chronological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EBAB6-EE65-83C5-6D4C-99210A4D3F0E}"/>
              </a:ext>
            </a:extLst>
          </p:cNvPr>
          <p:cNvSpPr txBox="1"/>
          <p:nvPr/>
        </p:nvSpPr>
        <p:spPr>
          <a:xfrm>
            <a:off x="-26708" y="4761917"/>
            <a:ext cx="61038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Preprocessing &amp; Filtering: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Text cleaning: NLTK / </a:t>
            </a:r>
            <a:r>
              <a:rPr lang="en-IN" sz="1400" dirty="0" err="1"/>
              <a:t>SpaCy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Language detection: </a:t>
            </a:r>
            <a:r>
              <a:rPr lang="en-IN" sz="1400" dirty="0" err="1"/>
              <a:t>fastText</a:t>
            </a:r>
            <a:r>
              <a:rPr lang="en-IN" sz="1400" dirty="0"/>
              <a:t> / </a:t>
            </a:r>
            <a:r>
              <a:rPr lang="en-IN" sz="1400" dirty="0" err="1"/>
              <a:t>langdetect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Location filtering: Geotags + Named Entity Recognition (NER)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A153B-47E6-38F4-45C5-9549D22499E6}"/>
              </a:ext>
            </a:extLst>
          </p:cNvPr>
          <p:cNvSpPr txBox="1"/>
          <p:nvPr/>
        </p:nvSpPr>
        <p:spPr>
          <a:xfrm>
            <a:off x="-26708" y="5767371"/>
            <a:ext cx="61132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Virality &amp; Fake Detection: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Virality: Time-series models (ARIMA / Prophet / LSTM)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Fake post detection: Transformer models (BERT, </a:t>
            </a:r>
            <a:r>
              <a:rPr lang="en-IN" sz="1400" dirty="0" err="1"/>
              <a:t>RoBERTa</a:t>
            </a:r>
            <a:r>
              <a:rPr lang="en-IN" sz="1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     Bot detection: Account metadata + anomaly detection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9F7E0C-6D85-C067-EE5A-706D05BBD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0" t="10186" r="-8368" b="-1173"/>
          <a:stretch>
            <a:fillRect/>
          </a:stretch>
        </p:blipFill>
        <p:spPr>
          <a:xfrm>
            <a:off x="5865042" y="593889"/>
            <a:ext cx="6306532" cy="6832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99621" y="-47625"/>
            <a:ext cx="12082021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5913A-9B94-A637-A1BC-A9CC22DFDF8A}"/>
              </a:ext>
            </a:extLst>
          </p:cNvPr>
          <p:cNvSpPr txBox="1"/>
          <p:nvPr/>
        </p:nvSpPr>
        <p:spPr>
          <a:xfrm>
            <a:off x="945822" y="1459165"/>
            <a:ext cx="1063657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Access to Evidence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Instantly search and retrieve relevant posts with time, location, and user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System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Detect viral or fake content before it causes public disorder.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Region-Specific Insights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Focus investigations on posts from the exact area of concern.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Filtering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lang="en-US" altLang="en-US" sz="1400" dirty="0">
                <a:latin typeface="Arial" panose="020B0604020202020204" pitchFamily="34" charset="0"/>
              </a:rPr>
              <a:t>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utomatically flags suspicious posts, reducing manual verification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 Making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Data-driven insights for planning responses to protests, scams, or misinformation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Support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Provides digital evidence that can be used in reports or court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Efficiency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Saves officers from manually scanning huge amounts of social media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Public Safety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Helps prevent panic, fraud, or violence caused by fake/viral posts.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 View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One system shows activity across multiple platforms (Twitter, Facebook, Instagram, etc.).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7666</TotalTime>
  <Words>585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Artifakt Element Book</vt:lpstr>
      <vt:lpstr>Calibri</vt:lpstr>
      <vt:lpstr>Garamond</vt:lpstr>
      <vt:lpstr>Times New Roman</vt:lpstr>
      <vt:lpstr>TradeGothic</vt:lpstr>
      <vt:lpstr>Wingdings</vt:lpstr>
      <vt:lpstr>Office Theme</vt:lpstr>
      <vt:lpstr>PowerPoint Presentation</vt:lpstr>
      <vt:lpstr>PowerPoint Presentation</vt:lpstr>
      <vt:lpstr> IDEA TITLE</vt:lpstr>
      <vt:lpstr>TECHNICAL  APPROACH</vt:lpstr>
      <vt:lpstr>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harshit mishra</cp:lastModifiedBy>
  <cp:revision>155</cp:revision>
  <dcterms:created xsi:type="dcterms:W3CDTF">2013-12-12T18:46:50Z</dcterms:created>
  <dcterms:modified xsi:type="dcterms:W3CDTF">2025-09-25T14:02:57Z</dcterms:modified>
  <cp:category/>
</cp:coreProperties>
</file>